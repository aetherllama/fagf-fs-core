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560320"/>
            <a:ext cx="2560320" cy="2560320"/>
          </a:xfrm>
          <a:prstGeom prst="ellipse">
            <a:avLst/>
          </a:prstGeom>
          <a:solidFill>
            <a:srgbClr val="162E4E"/>
          </a:solidFill>
          <a:ln w="12700">
            <a:solidFill>
              <a:srgbClr val="162E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30352" y="2423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for Agentic Finance Runtime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for Executive Audiences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3364992"/>
            <a:ext cx="4114800" cy="0"/>
          </a:xfrm>
          <a:prstGeom prst="line">
            <a:avLst/>
          </a:prstGeom>
          <a:noFill/>
          <a:ln w="12700">
            <a:solidFill>
              <a:srgbClr val="0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5112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Industry Discussion  ·  github.com/aetherllama/fagf-fs-core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Gap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executing financial actions faster than compliance frameworks can follow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36192"/>
            <a:ext cx="64008" cy="6400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73352"/>
            <a:ext cx="365760" cy="365760"/>
          </a:xfrm>
          <a:prstGeom prst="ellipse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1097280" y="1609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Risk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20440" y="159105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execute payments, trades, and credit decisions in milliseconds. Post-execution auditing arrives too late to prevent harm.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56432" y="1645920"/>
            <a:ext cx="0" cy="420624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67712"/>
            <a:ext cx="83210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267712"/>
            <a:ext cx="64008" cy="640080"/>
          </a:xfrm>
          <a:prstGeom prst="rect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04872"/>
            <a:ext cx="365760" cy="365760"/>
          </a:xfrm>
          <a:prstGeom prst="ellipse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097280" y="23408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Pre-Execution Evaluation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232257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validates agents at deployment; audit reviews samples after the fact. Neither intercepts a harmful decision before it executes.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56432" y="2377440"/>
            <a:ext cx="0" cy="420624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99232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999232"/>
            <a:ext cx="64008" cy="64008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136392"/>
            <a:ext cx="365760" cy="365760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1097280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Without Contract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305409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alerts and dashboard notifications are not enforceable controls. No deadline, standard format, or audit record of the reviewer's decision.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56432" y="3108960"/>
            <a:ext cx="0" cy="420624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730752"/>
            <a:ext cx="83210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730752"/>
            <a:ext cx="64008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867912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1097280" y="3803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Non-Interoperable Controls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20440" y="378561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per-deployment guardrails cannot be audited as a whole. Institutions cannot give regulators a consistent account of their agent governance.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56432" y="3840480"/>
            <a:ext cx="0" cy="420624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59028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compliance was designed for humans making decisions in seconds — not agents acting in milliseconds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SAFR?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SAFR?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standardised specification — not just guidelines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81328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(Safeguards for Agentic Finance Runtime) is a deterministic specification for governing AI agents that autonomously execute financial actions — before those actions reach any financial rail.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2359152"/>
            <a:ext cx="274320" cy="25603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financial services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761488"/>
            <a:ext cx="274320" cy="25603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761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mapping (MAS, GDPR, ISO 20022, IMDA MGF)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163824"/>
            <a:ext cx="274320" cy="25603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163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validation — not post-audit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66160"/>
            <a:ext cx="274320" cy="25603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high-risk 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274320" cy="25603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for every decision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81328"/>
            <a:ext cx="3840480" cy="347472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517904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Governance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73798" y="1517904"/>
            <a:ext cx="1459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865376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920240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guardrails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89750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73798" y="1920240"/>
            <a:ext cx="1459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mandates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286000"/>
            <a:ext cx="384048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340864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/ soft limits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89750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73798" y="2340864"/>
            <a:ext cx="1459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block-before-commit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706624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761488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Post-execution review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89750" y="27614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73798" y="2761488"/>
            <a:ext cx="1459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validation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127248"/>
            <a:ext cx="384048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182112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risk scoring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89750" y="31821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73798" y="3182112"/>
            <a:ext cx="1459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Financial-first design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547872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602736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LLM reasoning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89750" y="36027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73798" y="3602736"/>
            <a:ext cx="1459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decision record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Disposition Architecture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sits between the agent and financial rails — not around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74320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154533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78308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58568"/>
            <a:ext cx="2743200" cy="47548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229514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Envelope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253288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intent &amp; authority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734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274320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" y="304495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282696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mandates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896112" cy="29260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753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72184" y="3575304"/>
            <a:ext cx="896112" cy="292608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72184" y="35753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41448" y="3575304"/>
            <a:ext cx="896112" cy="2926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35753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86791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123944"/>
            <a:ext cx="2743200" cy="457200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" y="416052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Rails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" y="4379976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transaction if approved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9476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1901952"/>
            <a:ext cx="347472" cy="34747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29" name="Text 27"/>
          <p:cNvSpPr/>
          <p:nvPr/>
        </p:nvSpPr>
        <p:spPr>
          <a:xfrm>
            <a:off x="4251960" y="19019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wraps intent in a Governance Envelope — capturing what it proposes to do, why, and on whose authority.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94760" y="2560320"/>
            <a:ext cx="347472" cy="34747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32" name="Text 30"/>
          <p:cNvSpPr/>
          <p:nvPr/>
        </p:nvSpPr>
        <p:spPr>
          <a:xfrm>
            <a:off x="4251960" y="25603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Engine evaluates all mandates deterministically against the envelope payload.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94760" y="3218688"/>
            <a:ext cx="347472" cy="34747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35" name="Text 33"/>
          <p:cNvSpPr/>
          <p:nvPr/>
        </p:nvSpPr>
        <p:spPr>
          <a:xfrm>
            <a:off x="4251960" y="32186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actions reach the Financial Rail; blocked actions are rejected with full reason logged.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94760" y="3877056"/>
            <a:ext cx="347472" cy="34747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38" name="Text 36"/>
          <p:cNvSpPr/>
          <p:nvPr/>
        </p:nvSpPr>
        <p:spPr>
          <a:xfrm>
            <a:off x="4251960" y="387705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produces an immutable audit record — regardless of which path was taken.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94760" y="4572000"/>
            <a:ext cx="493776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41064" y="4590288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Disposition Engine is stateless and horizontally scalable — deployable as a sidecar to any agent architecture.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Envelope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is wrapped in a structured, auditable payload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3931920" cy="3200400"/>
          </a:xfrm>
          <a:prstGeom prst="rect">
            <a:avLst/>
          </a:prstGeom>
          <a:solidFill>
            <a:srgbClr val="182030"/>
          </a:solidFill>
          <a:ln w="12700">
            <a:solidFill>
              <a:srgbClr val="18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910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Corporate Treasury: Supplier Invoice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7785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transaction: {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1534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amount: 8500,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beneficiary: "Accenture LLP",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5283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"Professional Services",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"USD"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9032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906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reasoning: "Q2 consulting retainer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781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— approved framework MSA-2026-004.",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4655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6530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isNewBeneficiary: false,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riskScore: 0.09,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0279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dailySpendToDate: 12000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215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4028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48132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481328"/>
            <a:ext cx="41605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591056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18304" y="1847088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beneficiary, category, currency, and timestamp of the proposed action. The machine-readable core of what the agent intends to do.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523744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523744"/>
            <a:ext cx="41605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63347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18304" y="2889504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human-readable justification — cross-checked against the transaction for semantic consistency. Flags mismatch or scam patterns.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3566160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566160"/>
            <a:ext cx="41605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3675888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18304" y="3931920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signals: beneficiary trust status, velocity state, risk score, and behavioural flags used by the Disposition Engine.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4626864"/>
            <a:ext cx="416052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4626864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APPROVED  (riskScore 0.09 · known beneficiary · within limit · reasoning consistent)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Stack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— not probabilistic guardrails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920240" cy="320040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1920240" cy="749808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WHO and WHERE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9496" y="2350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496" y="256946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beneficiary → HITL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" y="2990088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304495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service → BLOCK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" y="3465576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352044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merchant → BLOCK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" y="3941064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399592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to watchlist → BLOCK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68880" y="1508760"/>
            <a:ext cx="1920240" cy="320040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1508760"/>
            <a:ext cx="1920240" cy="7498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Limits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96896" y="2350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96896" y="256946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$10,000 → auto-approve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96896" y="2990088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304495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$10k–$100k → HITL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96896" y="3465576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96896" y="352044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$100k → BLOCK + alert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96896" y="3941064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96896" y="399592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daily cap → BLOCK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26280" y="1508760"/>
            <a:ext cx="1920240" cy="320040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1508760"/>
            <a:ext cx="192024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1772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Controls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1772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FAST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54296" y="2350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54296" y="256946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 tx / 60 sec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54296" y="2990088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4296" y="304495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tx / 2 min → kill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54296" y="3465576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54296" y="352044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aggregate cap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54296" y="3941064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4296" y="399592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pattern → alert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83680" y="1508760"/>
            <a:ext cx="1920240" cy="320040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1508760"/>
            <a:ext cx="1920240" cy="749808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7512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Checks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7512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11696" y="2350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11696" y="256946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mismatch → flag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11696" y="2990088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11696" y="304495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detected → BLOCK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11696" y="3465576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11696" y="352044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keywords → BLOCK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11696" y="3941064"/>
            <a:ext cx="166420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11696" y="399592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conflict → flag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Engine: Evaluation Order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Stack is evaluated in priority order — categorical blocks first, observation mode last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83210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64008" cy="676656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9344"/>
            <a:ext cx="384048" cy="38404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9" name="Text 7"/>
          <p:cNvSpPr/>
          <p:nvPr/>
        </p:nvSpPr>
        <p:spPr>
          <a:xfrm>
            <a:off x="1115568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Block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013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violations that admit no override — unlicensed financial services, PII exposure, scam indicators, watchlist matches. Instant rejection with full reason logged.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69480" y="1645920"/>
            <a:ext cx="1417320" cy="310896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645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249424"/>
            <a:ext cx="8321040" cy="67665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49424"/>
            <a:ext cx="64008" cy="676656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395728"/>
            <a:ext cx="384048" cy="384048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115568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Escalation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5877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requiring human judgement — high-value transactions, new beneficiaries, velocity anomalies, reasoning flags. Action paused; human reviewer assigned with deadline and decision record.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2432304"/>
            <a:ext cx="1417320" cy="310896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4323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83210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35808"/>
            <a:ext cx="64008" cy="676656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182112"/>
            <a:ext cx="384048" cy="38404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25" name="Text 23"/>
          <p:cNvSpPr/>
          <p:nvPr/>
        </p:nvSpPr>
        <p:spPr>
          <a:xfrm>
            <a:off x="1115568" y="3099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33741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mandates clear — known beneficiary, within spending limits, consistent reasoning, low risk score. Action proceeds immediately with a complete audit log entry.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9480" y="3218688"/>
            <a:ext cx="1417320" cy="310896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218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822192"/>
            <a:ext cx="8321040" cy="67665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822192"/>
            <a:ext cx="64008" cy="6766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968496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33" name="Text 31"/>
          <p:cNvSpPr/>
          <p:nvPr/>
        </p:nvSpPr>
        <p:spPr>
          <a:xfrm>
            <a:off x="1115568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" y="4160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actions proceed, but all mandate triggers that would have fired under full enforcement are recorded — without blocking the action. Used for governance calibration.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69480" y="4005072"/>
            <a:ext cx="141732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4005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59028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Disposition Engine is stateless and deterministic — the same Governance Envelope always resolves to the same outcome.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SAFR DOES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One of Four Outcomes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64008" cy="7132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27048"/>
            <a:ext cx="402336" cy="402336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8" name="Text 6"/>
          <p:cNvSpPr/>
          <p:nvPr/>
        </p:nvSpPr>
        <p:spPr>
          <a:xfrm>
            <a:off x="1133856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737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mandate rules passed. The action proceeds autonomously with a full audit record.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69480" y="1572768"/>
            <a:ext cx="1417320" cy="310896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572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8321040" cy="713232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194560"/>
            <a:ext cx="64008" cy="713232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350008"/>
            <a:ext cx="402336" cy="402336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6" name="Text 14"/>
          <p:cNvSpPr/>
          <p:nvPr/>
        </p:nvSpPr>
        <p:spPr>
          <a:xfrm>
            <a:off x="1133856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3856" y="2560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requires human judgement. Structured escalation with defined deadline and decision record.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69480" y="2395728"/>
            <a:ext cx="1417320" cy="310896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23957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0175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017520"/>
            <a:ext cx="64008" cy="71323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72968"/>
            <a:ext cx="402336" cy="40233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24" name="Text 22"/>
          <p:cNvSpPr/>
          <p:nvPr/>
        </p:nvSpPr>
        <p:spPr>
          <a:xfrm>
            <a:off x="1133856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" y="3383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violates a configured mandate rule. Rejected before execution. No human intervention required.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69480" y="3218688"/>
            <a:ext cx="1417320" cy="310896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218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840480"/>
            <a:ext cx="8321040" cy="713232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840480"/>
            <a:ext cx="64008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995928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32" name="Text 30"/>
          <p:cNvSpPr/>
          <p:nvPr/>
        </p:nvSpPr>
        <p:spPr>
          <a:xfrm>
            <a:off x="113385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LOG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3856" y="42062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proceeds, but rules it would have triggered under full enforcement are recorded for calibration.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69480" y="4041648"/>
            <a:ext cx="141732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40416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59028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resolves to exactly one outcome. The outcome, the evidence, and the reasoning are all recorded — regardless of which path was taken.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IN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Autonomous Payment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treasury team deploys an AI agent to autonomously pay vendor invoices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17904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17904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62763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7784" y="181051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LLP — USD 8,500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" y="226771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"Q2 consulting retainer — approved framework MSA-2026-004"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" y="2779776"/>
            <a:ext cx="2359152" cy="310896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277977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" y="3218688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329184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" y="351129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beneficiary · Under $10k limit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7784" y="39502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score (0.09) · Reasoning consistent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517904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517904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62763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10712" y="181051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Inc — USD 45,000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10712" y="226771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platform licence renewal"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10712" y="2779776"/>
            <a:ext cx="2359152" cy="310896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77977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REQUIRED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3218688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29184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10712" y="351129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$10k HITL threshold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0712" y="39502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beneficiary detected · High-value category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1517904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17336" y="1517904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62763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181051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HighYield Capital — USD 500,000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26771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"Guaranteed 18% return investment opportunity"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2779776"/>
            <a:ext cx="2359152" cy="310896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7977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3218688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29184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63640" y="351129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Unregistered investment vehicle (MAS)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9502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hard limit · Scam indicator in reasoning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IN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Payment: End-to-End Lifecycle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5214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A treasury AI agent receives supplier invoice INV-2026-0112 for USD 45,000 from Cloud Infrastructure Inc and decides whether to pay autonomously.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1920240" cy="5120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1627632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627632"/>
            <a:ext cx="1920240" cy="5120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6276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627632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627632"/>
            <a:ext cx="1920240" cy="5120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6276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1627632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627632"/>
            <a:ext cx="1920240" cy="51206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276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231136"/>
            <a:ext cx="8321040" cy="2743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677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Checks — Runtime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505456"/>
            <a:ext cx="8321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542032"/>
            <a:ext cx="438912" cy="274320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420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14400" y="25603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00784" y="2560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safr-auth-01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35808" y="25603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Inc not found in approved beneficiary store. New entity — no prior transaction history. Enforcement: hitl_required.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852928"/>
            <a:ext cx="8321040" cy="347472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889504"/>
            <a:ext cx="438912" cy="274320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8950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14400" y="2907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00784" y="29077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safr-limit-01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35808" y="29077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45,000 exceeds USD 10,000 autonomous threshold. Escalates to HITL queue with full envelope context and deadline timestamp.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3200400"/>
            <a:ext cx="8321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236976"/>
            <a:ext cx="438912" cy="2743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3697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14400" y="32552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00784" y="32552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safr-velocity-01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035808" y="32552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dailySpendToDate USD 8,500 + USD 45,000 = USD 53,500. Within USD 500,000 daily cap. Burst check: 2nd outbound payment today.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3547872"/>
            <a:ext cx="8321040" cy="347472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584448"/>
            <a:ext cx="438912" cy="2743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5844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14400" y="3602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00784" y="36027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safr-reason-01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035808" y="36027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platform licence renewal" aligns with category "B2B Software". No scam keywords. No PII pattern (NRIC/SSN) detected.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" y="3895344"/>
            <a:ext cx="8321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931920"/>
            <a:ext cx="438912" cy="2743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931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914400" y="39502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700784" y="39502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safr-cat-01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035808" y="395020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"B2B Software" not in categorical blocklist. Beneficiary not flagged on MAS AML watchlist. No unlicensed financial activity.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1480" y="4334256"/>
            <a:ext cx="8321040" cy="402336"/>
          </a:xfrm>
          <a:prstGeom prst="rect">
            <a:avLst/>
          </a:prstGeom>
          <a:solidFill>
            <a:srgbClr val="F4F7FA"/>
          </a:solidFill>
          <a:ln w="12700">
            <a:solidFill>
              <a:srgbClr val="C06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6928" y="43708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444752" y="4379976"/>
            <a:ext cx="914400" cy="310896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44752" y="4379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450592" y="437083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mandates passed · 2 flags (AuthZ, Spending) · Treasury ops notified · Audit hash sealed · Pending human approval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SAFR APPLIES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SAFR Applies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context where an AI agent proposes a financial action before a human has explicitly reviewed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6824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Treasury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" y="197510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initiates cross-border payment on behalf of corporate client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7784" y="231343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Cash management agent sweeps idle balances between accounts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" y="265176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Vendor disbursement agent executes bulk payroll run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4408" y="157276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57276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824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Capital Markets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0712" y="197510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Algo agent rebalances portfolio based on market signal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10712" y="231343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executes block trade exceeding single-ticket threshold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10712" y="265176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FX hedging agent locks in rate before treasury approval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17336" y="157276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57276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6824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&amp; Credit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197510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Credit agent approves SME loan application autonomously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63640" y="231343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adjusts credit limit based on real-time behaviour data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63640" y="265176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Collections agent initiates recovery action on delinquent account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19656" y="321868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19656" y="321868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3284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Reporting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65960" y="362102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files regulatory report with data sourced from live positions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65960" y="395935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AML agent flags and escalates suspicious transaction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65960" y="42976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submits trade confirmation to exchange on firm's behalf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72584" y="321868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2584" y="321868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3284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18888" y="362102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issues parametric payout on verified trigger event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18888" y="395935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Underwriting agent binds policy based on risk model output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18888" y="42976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approves or denies claim without adjuster review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Signal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have named agentic AI as a distinct governance priority. Implementation standards are still being 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26517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00200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71907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Project MindForge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21488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7784" y="2368296"/>
            <a:ext cx="23591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Toolkit developed with 24 financial institutions. Operationalisation Handbook addresses agentic AI as a distinct risk category. Dedicated workgroup under BuildFin.ai for agentic-specific implementation standards.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600200"/>
            <a:ext cx="26517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600200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71907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 Model AI Governance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21488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0712" y="2368296"/>
            <a:ext cx="23591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 governance framework designed for agentic AI. Four governance dimensions: principal hierarchy, action constraints, human-agent collaboration, auditability. Four levels of human oversight. Non-binding; runtime implementation standards remain to be specified.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1600200"/>
            <a:ext cx="26517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600200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1907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/ MAS FEAT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368296"/>
            <a:ext cx="23591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oversight, explainability, and audit trails for high-risk AI systems. Obligations apply to financial institutions deploying agents in credit, compliance, and trading contexts.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maps regulations into executable mandates — not documentation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1920240" cy="658368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572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 &amp; FEAT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1208" y="186537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1208" y="2249424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3042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licensing check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" y="2871216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FEAT: Fairness, Ethics, Accountability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" y="3493008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547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AML/CFT transaction monitoring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" y="4114800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416966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NRIC/FIN PII detection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481328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481328"/>
            <a:ext cx="1920240" cy="65836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1572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PDPA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78608" y="186537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/ Singapore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78608" y="2249424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3042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in agent reasoning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78608" y="2871216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explanation for AI decisions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78608" y="3493008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3547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in audit logs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78608" y="4114800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416966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data flow controls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6280" y="1481328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1481328"/>
            <a:ext cx="192024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1572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36008" y="186537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Standard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36008" y="2249424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23042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messaging structure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36008" y="2871216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tx categorization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36008" y="3493008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3547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data portability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36008" y="4114800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416966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trail format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1481328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83680" y="1481328"/>
            <a:ext cx="1920240" cy="658368"/>
          </a:xfrm>
          <a:prstGeom prst="rect">
            <a:avLst/>
          </a:prstGeom>
          <a:solidFill>
            <a:srgbClr val="5C3A8A"/>
          </a:solidFill>
          <a:ln w="12700">
            <a:solidFill>
              <a:srgbClr val="5C3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1572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 MGF &amp; MindForge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93408" y="186537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Framework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93408" y="2249424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23042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hierarchy enforcement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93408" y="2871216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constraint mandates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93408" y="3493008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48272" y="3547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Human-agent collaboration protocols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93408" y="4114800"/>
            <a:ext cx="1700784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48272" y="416966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auditability requirements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MindForge Risk Dimensions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mandates map directly to MAS Project MindForge's 7 AI risk categories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53619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7" name="Text 5"/>
          <p:cNvSpPr/>
          <p:nvPr/>
        </p:nvSpPr>
        <p:spPr>
          <a:xfrm>
            <a:off x="621792" y="202996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" y="2596896"/>
            <a:ext cx="109728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mandates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9496" y="2907792"/>
            <a:ext cx="95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core mandates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153619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1810512" y="202996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Stability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55064" y="2596896"/>
            <a:ext cx="109728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28216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mandates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28216" y="2907792"/>
            <a:ext cx="95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mandates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82112" y="153619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211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9" name="Text 17"/>
          <p:cNvSpPr/>
          <p:nvPr/>
        </p:nvSpPr>
        <p:spPr>
          <a:xfrm>
            <a:off x="2999232" y="202996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Explainability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43784" y="2596896"/>
            <a:ext cx="109728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16936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mandates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16936" y="2907792"/>
            <a:ext cx="95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audit trail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70832" y="153619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25" name="Text 23"/>
          <p:cNvSpPr/>
          <p:nvPr/>
        </p:nvSpPr>
        <p:spPr>
          <a:xfrm>
            <a:off x="4187952" y="202996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32504" y="2596896"/>
            <a:ext cx="109728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05656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mandates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05656" y="2907792"/>
            <a:ext cx="95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blocklist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59552" y="153619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4" dirty="0"/>
          </a:p>
        </p:txBody>
      </p:sp>
      <p:sp>
        <p:nvSpPr>
          <p:cNvPr id="31" name="Text 29"/>
          <p:cNvSpPr/>
          <p:nvPr/>
        </p:nvSpPr>
        <p:spPr>
          <a:xfrm>
            <a:off x="5376672" y="202996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21224" y="2596896"/>
            <a:ext cx="109728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94376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mandates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94376" y="2907792"/>
            <a:ext cx="95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+ categories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48272" y="153619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4" dirty="0"/>
          </a:p>
        </p:txBody>
      </p:sp>
      <p:sp>
        <p:nvSpPr>
          <p:cNvPr id="37" name="Text 35"/>
          <p:cNvSpPr/>
          <p:nvPr/>
        </p:nvSpPr>
        <p:spPr>
          <a:xfrm>
            <a:off x="6565392" y="202996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Impact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9944" y="2596896"/>
            <a:ext cx="109728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83096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mandates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83096" y="2907792"/>
            <a:ext cx="95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36992" y="153619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4" dirty="0"/>
          </a:p>
        </p:txBody>
      </p:sp>
      <p:sp>
        <p:nvSpPr>
          <p:cNvPr id="43" name="Text 41"/>
          <p:cNvSpPr/>
          <p:nvPr/>
        </p:nvSpPr>
        <p:spPr>
          <a:xfrm>
            <a:off x="7754112" y="202996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&amp;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598664" y="2596896"/>
            <a:ext cx="109728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71816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mandates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671816" y="2907792"/>
            <a:ext cx="95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+ PII checks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Competitive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435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 MGF / MAS FEAT / EU AI Act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08960" y="12435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frameworks — define what to achieve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12435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implements their requirements as executable runtime controls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832104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470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Project MindForge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0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toolkit for financial institutions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18470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addresses the agentic AI runtime layer the handbook identifies but does not yet specify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05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AP2 / Machine Payment Protocol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08960" y="24505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protocols — transmit approved payments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24505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approves the payment upstream; AP2/MPP transmit 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832104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Project Orchid (PBM)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08960" y="30540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money — enforces spending conditions at settlement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30540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governs at decision time; PBM enforces at settlement. Two independent checkpoints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Safety &amp; Content Filtering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08960" y="3657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harmful model output at the model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36576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evaluates what the agent proposes to do — downstream of content filtering, upstream of execution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59028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"SAFR is to agentic finance what OAuth 2.1 is to API access — a standardised authorisation contract the ecosystem builds on."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is a Starting Point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39319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624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176479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 architecture defined and implementable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220370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Domain profiles for 5 financial sectors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" y="2642616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Reference schemas and governance envelope spec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" y="308152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Technical whitepaper and executive briefing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35204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 source repository (Apache 2.0)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3931920" cy="3383280"/>
          </a:xfrm>
          <a:prstGeom prst="rect">
            <a:avLst/>
          </a:prstGeom>
          <a:solidFill>
            <a:srgbClr val="EDF6F6"/>
          </a:solidFill>
          <a:ln w="6350">
            <a:solidFill>
              <a:srgbClr val="00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39319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3624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looking for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01768" y="176479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Implementation feedback from live deployments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01768" y="220370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Domain expertise to stress-test sector profiles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01768" y="2642616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Regulatory mapping across jurisdictions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01768" y="308152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Input on agentic identity and cross-institution interoperability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01768" y="35204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Institutional co-authors for version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Agents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Regulators Can Trust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88366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gives financial institutions the infrastructure to deploy autonomous AI agents at speed — without sacrificing compliance, safety, or auditability.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633472"/>
            <a:ext cx="2560320" cy="141732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27614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3090672"/>
            <a:ext cx="22677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SAFR in observation mode on one agent category and share what the specification got wrong.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2633472"/>
            <a:ext cx="2560320" cy="141732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7614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3090672"/>
            <a:ext cx="22677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domain profiles for your sector and tell us where the mandate configurations need 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25896" y="2633472"/>
            <a:ext cx="2560320" cy="141732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0488" y="27614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0488" y="3090672"/>
            <a:ext cx="22677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the next version — especially on identity, interoperability, and regulatory mapping.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224528"/>
            <a:ext cx="7863840" cy="0"/>
          </a:xfrm>
          <a:prstGeom prst="line">
            <a:avLst/>
          </a:prstGeom>
          <a:noFill/>
          <a:ln w="10160">
            <a:solidFill>
              <a:srgbClr val="008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Specification: SPECIFICATION.md  ·  Repository: github.com/aetherllama/fagf-fs-core  ·  Version: SAFR v0.9-Draft  ·  Apache 2.0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SAFR — Safeguards for Agentic Finance Runtime</dc:title>
  <dc:subject>PptxGenJS Presentation</dc:subject>
  <dc:creator>PptxGenJS</dc:creator>
  <cp:lastModifiedBy>PptxGenJS</cp:lastModifiedBy>
  <cp:revision>1</cp:revision>
  <dcterms:created xsi:type="dcterms:W3CDTF">2026-06-03T15:19:23Z</dcterms:created>
  <dcterms:modified xsi:type="dcterms:W3CDTF">2026-06-03T15:19:23Z</dcterms:modified>
</cp:coreProperties>
</file>