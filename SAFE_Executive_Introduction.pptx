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30352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Agentic Financial Execution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30352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for Executive Audiences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3401568"/>
            <a:ext cx="4114800" cy="0"/>
          </a:xfrm>
          <a:prstGeom prst="line">
            <a:avLst/>
          </a:prstGeom>
          <a:noFill/>
          <a:ln w="12700">
            <a:solidFill>
              <a:srgbClr val="0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3547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Industry Discussion  ·  github.com/aetherllama/fagf-fs-core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SAFE APPLIES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SAFE Applies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context where an AI agent proposes a financial action before a human has explicitly reviewed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6916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Treasury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" y="202996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initiates cross-border payment on behalf of corporate client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7784" y="236829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Cash management agent sweeps idle balances between accounts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" y="270662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Vendor disbursement agent executes bulk payroll run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4408" y="157276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57276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916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Capital Markets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0712" y="202996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Algo agent rebalances portfolio based on market signal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10712" y="236829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executes block trade exceeding single-ticket threshold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10712" y="270662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FX hedging agent locks in rate before treasury approval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17336" y="157276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57276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6916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&amp; Credit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202996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Credit agent approves SME loan application autonomously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63640" y="236829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adjusts credit limit based on real-time behaviour data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63640" y="270662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Collections agent initiates recovery action on delinquent account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19656" y="321868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19656" y="321868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33756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Reporting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65960" y="36758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files regulatory report with data sourced from live positions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65960" y="401421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AML agent flags and escalates suspicious transaction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65960" y="435254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submits trade confirmation to exchange on firm's behalf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72584" y="3218688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2584" y="3218688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33756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18888" y="36758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issues parametric payout on verified trigger event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18888" y="401421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Underwriting agent binds policy based on risk model output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18888" y="435254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approves or denies claim without adjuster review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No Longer Advisors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— initiating payments, submitting trades, approving credit, filing reports — at scale, without per-action human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737360"/>
            <a:ext cx="1920240" cy="14630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4708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644445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initiated by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across the industry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9736" y="1737360"/>
            <a:ext cx="1920240" cy="14630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736" y="184708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59736" y="2644445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orders per minute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algorithmic agents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07992" y="1737360"/>
            <a:ext cx="1920240" cy="14630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84708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07992" y="2644445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decisions made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human 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56248" y="1737360"/>
            <a:ext cx="1920240" cy="14630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84708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Now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556248" y="2644445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reports drafted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filed autonomously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3649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is clear. The governance infrastructure has not kept pace.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Governance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26517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389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7784" y="182880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Evaluation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7784" y="2231136"/>
            <a:ext cx="23591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frameworks validate agents before deployment. Audit processes review samples after the fact. Neither catches a harmful decision before it executes.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261872"/>
            <a:ext cx="26517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261872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389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10712" y="182880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Without Contract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10712" y="2231136"/>
            <a:ext cx="23591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alerts and dashboard notifications are not enforceable controls. No deadline, no standard format, no audit record of the reviewer's decision.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261872"/>
            <a:ext cx="26517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261872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89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Non-Interoperable Controls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231136"/>
            <a:ext cx="23591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guardrails built per deployment cannot be audited as a coherent whole. Institutions cannot give regulators a consistent answer about agent governance.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have named agentic AI as a distinct governance priority. Implementation standards are still being 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517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53619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Project MindForge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196596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7784" y="2185416"/>
            <a:ext cx="23591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Toolkit developed with 24 financial institutions. Operationalisation Handbook addresses agentic AI as a distinct risk category. Dedicated workgroup under BuildFin.ai for agentic-specific implementation standards.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417320"/>
            <a:ext cx="26517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417320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53619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 Model AI Governance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196596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0712" y="2185416"/>
            <a:ext cx="23591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 governance framework designed for agentic AI. Four governance dimensions: principal hierarchy, action constraints, human-agent collaboration, auditability. Four levels of human oversight. Non-binding; runtime implementation standards remain to be specified.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1417320"/>
            <a:ext cx="26517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417320"/>
            <a:ext cx="2651760" cy="54864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3619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/ MAS FEAT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185416"/>
            <a:ext cx="23591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oversight, explainability, and audit trails for high-risk AI systems. Obligations apply to financial institutions deploying agents in credit, compliance, and trading contexts.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SAFE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594360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243584"/>
            <a:ext cx="2674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Safety &amp; Content Filtering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78992" y="1463040"/>
            <a:ext cx="26746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Guardrails, prompt filtering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86200" y="1298448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harmful model output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792224"/>
            <a:ext cx="5943600" cy="5120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1847088"/>
            <a:ext cx="2674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Agent Governance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26746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action evaluation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86200" y="1901952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whether the proposed action is authorised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395728"/>
            <a:ext cx="594360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450592"/>
            <a:ext cx="2674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Protocols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78992" y="2670048"/>
            <a:ext cx="26746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AP2, Machine Payment Protocol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86200" y="2505456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approved actions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999232"/>
            <a:ext cx="594360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054096"/>
            <a:ext cx="2674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78992" y="3273552"/>
            <a:ext cx="26746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AML/KYC, sanctions screening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86200" y="310896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specific regulatory conditions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602736"/>
            <a:ext cx="594360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657600"/>
            <a:ext cx="2674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Layer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" y="3877056"/>
            <a:ext cx="26746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Money, programmable stablecoins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86200" y="3712464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spending conditions at settlement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49040" y="169164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49040" y="229514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49040" y="289864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9040" y="350215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does its job. SAFE fills the gap that was never assigned.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SAFE DOES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069080" cy="17373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64008" cy="173736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89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" y="177393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Envelope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" y="2084832"/>
            <a:ext cx="3758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 of what the agent proposes to do, why, and on whose authority. Emitted before any action is taken.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261872"/>
            <a:ext cx="4069080" cy="17373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261872"/>
            <a:ext cx="64008" cy="173736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389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18888" y="177393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Stack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2084832"/>
            <a:ext cx="3758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institution's configurable rulebook: authorisation scope, spending limits, velocity controls, and reasoning quality thresholds.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136392"/>
            <a:ext cx="4069080" cy="17373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36392"/>
            <a:ext cx="64008" cy="173736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64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" y="364845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Engine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" y="3959352"/>
            <a:ext cx="3758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every evaluation to one of four outcomes: execute autonomously, escalate to a human reviewer, block, or shadow-log.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136392"/>
            <a:ext cx="4069080" cy="173736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3136392"/>
            <a:ext cx="64008" cy="173736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264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18888" y="364845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Schema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18888" y="3959352"/>
            <a:ext cx="3758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Tamper-evident, append-only record of every governance decision — with cryptographic integrity verification for regulatory evidence.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SAFE DOES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One of Four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4069080" cy="1737360"/>
          </a:xfrm>
          <a:prstGeom prst="rect">
            <a:avLst/>
          </a:prstGeom>
          <a:solidFill>
            <a:srgbClr val="EDF6F6"/>
          </a:solidFill>
          <a:ln w="10160">
            <a:solidFill>
              <a:srgbClr val="00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43584"/>
            <a:ext cx="64008" cy="173736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716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719072"/>
            <a:ext cx="3758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passed. The action proceeds autonomously. A full audit record is created regardless.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243584"/>
            <a:ext cx="4069080" cy="1737360"/>
          </a:xfrm>
          <a:prstGeom prst="rect">
            <a:avLst/>
          </a:prstGeom>
          <a:solidFill>
            <a:srgbClr val="EAF4EE"/>
          </a:solidFill>
          <a:ln w="10160">
            <a:solidFill>
              <a:srgbClr val="1A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243584"/>
            <a:ext cx="64008" cy="17373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3716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719072"/>
            <a:ext cx="3758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requires human judgement. Structured escalation sent to an authorised reviewer with a defined deadline.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118104"/>
            <a:ext cx="4069080" cy="1737360"/>
          </a:xfrm>
          <a:prstGeom prst="rect">
            <a:avLst/>
          </a:prstGeom>
          <a:solidFill>
            <a:srgbClr val="FDF0F0"/>
          </a:solidFill>
          <a:ln w="10160">
            <a:solidFill>
              <a:srgbClr val="B02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118104"/>
            <a:ext cx="64008" cy="1737360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246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" y="3593592"/>
            <a:ext cx="3758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violates a configured rule. Rejected before execution. Agent is told why. No human intervention required.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118104"/>
            <a:ext cx="4069080" cy="1737360"/>
          </a:xfrm>
          <a:prstGeom prst="rect">
            <a:avLst/>
          </a:prstGeom>
          <a:solidFill>
            <a:srgbClr val="E2EAF2"/>
          </a:solidFill>
          <a:ln w="1016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118104"/>
            <a:ext cx="64008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246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LOG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3593592"/>
            <a:ext cx="3758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proceeds, but the system records which rules it would have triggered under full enforcement. Used for calibration.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 PRACTICE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Governance Principles to Real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2651760" cy="30175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43584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362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TREASURY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7784" y="155448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corporate bank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" y="1792224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86537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" y="20482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payment approaches velocity limit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7784" y="261518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7784" y="27980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Log + Alert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" y="3108960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31821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7784" y="336499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proceeds. Ops team notified. Next breach auto-blocked.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243584"/>
            <a:ext cx="2651760" cy="30175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243584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362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CAPITAL MARKETS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10712" y="155448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trading firm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10712" y="1792224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186537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10712" y="20482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 error causes agent to submit orders at 10× normal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10712" y="261518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10712" y="27980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3108960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1821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10712" y="336499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contained in 8 seconds. Risk desk alerted. Manual reset required.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17336" y="1243584"/>
            <a:ext cx="2651760" cy="30175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1243584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362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OPERATIONS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3640" y="155448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custodian bank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1792224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86537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20482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identifies SAR criteria met; prepares draft filing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261518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63640" y="27980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108960"/>
            <a:ext cx="2359152" cy="0"/>
          </a:xfrm>
          <a:prstGeom prst="line">
            <a:avLst/>
          </a:prstGeom>
          <a:noFill/>
          <a:ln w="6350">
            <a:solidFill>
              <a:srgbClr val="E2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1821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63640" y="336499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reviews, adds context, approves. Full chain recorded. Filed in 4.2 hrs vs. 2.8-day average.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435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 MGF / MAS FEAT / EU AI Act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08960" y="12435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frameworks — define what to achieve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12435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implements their requirements as executable runtime controls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832104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470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Project MindForge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0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toolkit for financial institutions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18470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addresses the agentic AI runtime layer the handbook identifies but does not yet specify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05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AP2 / Machine Payment Protocol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08960" y="24505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protocols — transmit approved payments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24505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approves the payment upstream; AP2/MPP transmit 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8321040" cy="512064"/>
          </a:xfrm>
          <a:prstGeom prst="rect">
            <a:avLst/>
          </a:prstGeom>
          <a:solidFill>
            <a:srgbClr val="E2EAF2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Project Orchid (PBM)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08960" y="30540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money — enforces spending conditions at settlement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30540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governs at decision time; PBM enforces at settlement. Two independent checkpoints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Safety &amp; Content Filtering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08960" y="3657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harmful model output at the model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36576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evaluates what the agent proposes to do — downstream of content filtering, upstream of execution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 is to agentic finance what OAuth 2.1 is to API access — a standardised authorisation contract the ecosystem builds on."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MONEY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Programmable Money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enforcement checkpoints, working in sequence — neither can substitute for the other.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664208"/>
            <a:ext cx="1463040" cy="77724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47088" y="1664208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48256" y="1664208"/>
            <a:ext cx="146304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evaluates: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authorised?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11296" y="1664208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12464" y="1664208"/>
            <a:ext cx="1463040" cy="777240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/ MPP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75504" y="1664208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76672" y="1664208"/>
            <a:ext cx="1463040" cy="777240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76672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 enforces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conditions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39712" y="1664208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1664208"/>
            <a:ext cx="1463040" cy="77724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48256" y="2551176"/>
            <a:ext cx="0" cy="274320"/>
          </a:xfrm>
          <a:prstGeom prst="line">
            <a:avLst/>
          </a:prstGeom>
          <a:noFill/>
          <a:ln w="19050">
            <a:solidFill>
              <a:srgbClr val="00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286207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governs here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76672" y="2551176"/>
            <a:ext cx="0" cy="27432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86207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 enforces here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511296"/>
            <a:ext cx="26517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511296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" y="363016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Money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" y="3895344"/>
            <a:ext cx="2395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approves the payment. PBM wrapper enforces the designated-purpose constraint at settlement. Sequential, independent checkpoints.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64408" y="3511296"/>
            <a:ext cx="26517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64408" y="3511296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63016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Stablecoins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10712" y="3895344"/>
            <a:ext cx="2395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pre-checks the destination against the token contract's allowlist before approving — preventing a governed payment from failing silently on-chain.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17336" y="3511296"/>
            <a:ext cx="26517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17336" y="3511296"/>
            <a:ext cx="265176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63016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Multi-Signature Release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895344"/>
            <a:ext cx="2395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Human-in-the-Loop approval is wired to produce the on-chain co-signature. One reviewer decision satisfies both governance and settlement requirements.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is a Starting 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39319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624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176479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 architecture defined and implementable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220370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Domain profiles for 5 financial sectors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" y="2642616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Reference schemas and governance envelope spec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" y="308152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Technical whitepaper and executive briefing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35204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 source repository (Apache 2.0)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3931920" cy="3383280"/>
          </a:xfrm>
          <a:prstGeom prst="rect">
            <a:avLst/>
          </a:prstGeom>
          <a:solidFill>
            <a:srgbClr val="EDF6F6"/>
          </a:solidFill>
          <a:ln w="6350">
            <a:solidFill>
              <a:srgbClr val="00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3931920" cy="54864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3624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looking for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01768" y="176479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Implementation feedback from live deployments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01768" y="220370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Domain expertise to stress-test sector profiles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01768" y="2642616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Regulatory mapping across jurisdictions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01768" y="308152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Input on agentic identity and cross-institution interoperability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01768" y="35204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Institutional co-authors for version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Structured Agentic Financial Execution  ·  Draft for Industry Discussion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is an open proposal. The standard will be better for the input of institutions who have deployed agents in production, seen the governance gaps first-hand, and understand what controls are operationally realistic.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560320" cy="146304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283464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SAFE in observation mode on one agent category and share what the specification got wrong.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2377440"/>
            <a:ext cx="2560320" cy="146304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83464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domain profiles for your sector and tell us where the mandate configurations need work.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25896" y="2377440"/>
            <a:ext cx="2560320" cy="1463040"/>
          </a:xfrm>
          <a:prstGeom prst="rect">
            <a:avLst/>
          </a:prstGeom>
          <a:solidFill>
            <a:srgbClr val="1A3A5C"/>
          </a:solidFill>
          <a:ln w="10160">
            <a:solidFill>
              <a:srgbClr val="008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0488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0488" y="283464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the next version of the specification — especially on identity, interoperability, and regulatory mapping.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7863840" cy="0"/>
          </a:xfrm>
          <a:prstGeom prst="line">
            <a:avLst/>
          </a:prstGeom>
          <a:noFill/>
          <a:ln w="10160">
            <a:solidFill>
              <a:srgbClr val="008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87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github.com/aetherllama/fagf-fs-core  ·  Apache 2.0  ·  Draft for Industry Discussion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— Structured Agentic Financial Execution</dc:title>
  <dc:subject>PptxGenJS Presentation</dc:subject>
  <dc:creator>PptxGenJS</dc:creator>
  <cp:lastModifiedBy>PptxGenJS</cp:lastModifiedBy>
  <cp:revision>1</cp:revision>
  <dcterms:created xsi:type="dcterms:W3CDTF">2026-06-01T13:16:41Z</dcterms:created>
  <dcterms:modified xsi:type="dcterms:W3CDTF">2026-06-01T13:16:41Z</dcterms:modified>
</cp:coreProperties>
</file>